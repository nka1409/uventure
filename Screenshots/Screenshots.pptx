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892381-2195-AD38-1AB2-05405BEB4D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CEA2A1B-4B66-0D2E-D295-E7721B7B0B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531278D-C5D9-A810-008E-53FF076E7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76D5A-4354-4509-B805-78ECE708F8BC}" type="datetimeFigureOut">
              <a:rPr lang="en-US" smtClean="0"/>
              <a:t>7/15/2024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D2E8B8B-E5F8-78FF-573C-E52E0251A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E6B9ED4-5D77-B8C3-8938-914F48ECD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CE9D3-7B7B-4B1E-85E4-ED803CFD55B6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4059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50919F1-ED6D-F062-3CE9-774994891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639CB1F-C2E6-7CE8-EC25-E1B3337B02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BFF3DC4-A6C2-6195-D760-0EB9DDD62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76D5A-4354-4509-B805-78ECE708F8BC}" type="datetimeFigureOut">
              <a:rPr lang="en-US" smtClean="0"/>
              <a:t>7/15/2024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6D4CB6-A304-403C-1160-DAFC4A149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8C34D85-0275-7DE3-D7A4-6BE4E2127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CE9D3-7B7B-4B1E-85E4-ED803CFD55B6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7617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8733CA1-5A22-29CF-7C2E-8D5B05D87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2F05C7E-2063-37FA-65D8-7612E3035B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2EE7A34-A87F-2554-9226-6776734E9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76D5A-4354-4509-B805-78ECE708F8BC}" type="datetimeFigureOut">
              <a:rPr lang="en-US" smtClean="0"/>
              <a:t>7/15/2024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E3652C1-A5AF-7F5E-91D2-1E2FF42C6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9293302-62BE-8427-D4E2-A12837253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CE9D3-7B7B-4B1E-85E4-ED803CFD55B6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514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763BCF-B045-A1CB-5F4F-C84C26D3B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B1AD88B-7E98-4133-27EC-F1BEEFA464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E05A96F-2BC2-A822-F504-6812E4D524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499FDC3-9E70-CFEF-5936-986D7F053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76D5A-4354-4509-B805-78ECE708F8BC}" type="datetimeFigureOut">
              <a:rPr lang="en-US" smtClean="0"/>
              <a:t>7/15/2024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D867077-8D82-0C54-8069-E3D073591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47CE6D5-73E5-0A04-4ABE-1A281EF03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CE9D3-7B7B-4B1E-85E4-ED803CFD55B6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9212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9FEF44D-ADDD-AA40-AA99-C53A42C88A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C82CBDA-CEC7-52D6-7414-C0AD807E49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87AB9B2-03FA-E70A-9FE8-63B5D7EFC8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88820006-A508-CF2A-3D74-D8AC5928B0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F14E45CA-D7B3-F43C-7623-939FF6934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51B0D958-6C43-B250-03B6-8DCEC4D11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76D5A-4354-4509-B805-78ECE708F8BC}" type="datetimeFigureOut">
              <a:rPr lang="en-US" smtClean="0"/>
              <a:t>7/15/2024</a:t>
            </a:fld>
            <a:endParaRPr lang="en-US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7CB8E09-D6C8-7FB0-E87C-65E25F953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C99F341-C6B1-E12F-6CFA-A0ACB1CDF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CE9D3-7B7B-4B1E-85E4-ED803CFD55B6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509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3873235-80D6-7907-844E-850828BBC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EA16B4B-6169-BF6F-DA24-96C6BAC77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76D5A-4354-4509-B805-78ECE708F8BC}" type="datetimeFigureOut">
              <a:rPr lang="en-US" smtClean="0"/>
              <a:t>7/15/2024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FEDE3-48B0-BCF4-F4DF-5CBB1297F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87E0C5C-DF3C-5A04-532D-C29022B52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CE9D3-7B7B-4B1E-85E4-ED803CFD55B6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1591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DC1EA13-B77B-6706-EF13-BCDA08553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76D5A-4354-4509-B805-78ECE708F8BC}" type="datetimeFigureOut">
              <a:rPr lang="en-US" smtClean="0"/>
              <a:t>7/15/2024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F886C49B-5F9B-3A41-A2BF-13293D0A1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9F0602D-9E39-3A19-59FF-F1E7C57F2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CE9D3-7B7B-4B1E-85E4-ED803CFD55B6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5186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86CB659-5DBF-573F-0915-8266B10F9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E032149-B80A-2C02-43A2-C72422D2A3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51037FC-C278-B646-9D2A-E735AE8654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CEB940B-A005-3433-3BBB-3171C3630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76D5A-4354-4509-B805-78ECE708F8BC}" type="datetimeFigureOut">
              <a:rPr lang="en-US" smtClean="0"/>
              <a:t>7/15/2024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2CEF5B6-A397-8A56-CA7A-68EA9896D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FC18228-6E68-DE47-63BD-0962449FE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CE9D3-7B7B-4B1E-85E4-ED803CFD55B6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8094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226B1AA-07B1-CC52-0767-DFBE0EED2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99F5DCC5-1D34-CDAE-B45D-D0E46F63A1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A238B65-9766-9455-EA8C-F94C11B892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E0C7BD7-689E-EA4C-DBD9-6855991DC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76D5A-4354-4509-B805-78ECE708F8BC}" type="datetimeFigureOut">
              <a:rPr lang="en-US" smtClean="0"/>
              <a:t>7/15/2024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4E53525-7F52-502B-04FF-793838B26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85C1470-3A35-F807-75B8-35F041C56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CE9D3-7B7B-4B1E-85E4-ED803CFD55B6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5394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12CD5D3-4529-410B-F1D0-35B2F717B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554F2F4-93EB-C67C-1E84-55D61BDDBA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081D443-62D0-5615-E993-554BE528A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76D5A-4354-4509-B805-78ECE708F8BC}" type="datetimeFigureOut">
              <a:rPr lang="en-US" smtClean="0"/>
              <a:t>7/15/2024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EECF0B0-E1BD-93C4-64E7-DD4C98D8E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4F26037-312A-FD46-3338-C6121D53A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CE9D3-7B7B-4B1E-85E4-ED803CFD55B6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5429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E7543AC9-0973-661D-077F-1C0185E428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8EA0D9D-EABF-2E64-47C5-E680DCE0F2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3160BEA-E1C2-02F6-01C8-208391F4E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76D5A-4354-4509-B805-78ECE708F8BC}" type="datetimeFigureOut">
              <a:rPr lang="en-US" smtClean="0"/>
              <a:t>7/15/2024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A410F71-951F-48C5-1251-2D91A75A8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1499DE6-4792-6379-16B5-E38C8BBA9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CE9D3-7B7B-4B1E-85E4-ED803CFD55B6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945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F6D461CB-F775-C8DB-7FEC-639E54B56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60FBDE2-02A9-CDFE-D330-FE379082E5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23CDC0B-4525-7F1B-2003-014D5978BA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C76D5A-4354-4509-B805-78ECE708F8BC}" type="datetimeFigureOut">
              <a:rPr lang="en-US" smtClean="0"/>
              <a:t>7/15/2024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D63136B-B1AD-B8BA-53D0-F286D12410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B905406-42DC-992F-27E1-90EFBEA8A8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9CE9D3-7B7B-4B1E-85E4-ED803CFD55B6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6971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EE706D13-A970-686A-AC68-DB17905BF9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294"/>
            <a:ext cx="12192000" cy="6821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12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B23DE9-07B7-28C3-E13D-8D4962A70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21783CF-5F58-DCF3-EDA6-6FAB3CB4B6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7C643F0C-0ADA-EFB3-FF6E-EECF3F244D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063"/>
            <a:ext cx="12192000" cy="6805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56082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A311EB9-2785-4E38-0B9C-C185EF1EF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BE3C38A-7294-FAAD-3D44-CBC1950D2C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650187D1-1B5D-1F75-9908-CBE613FF29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371"/>
            <a:ext cx="12192000" cy="6749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428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F850500-9039-3FEF-8407-608321C89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D30DB8F-4684-832C-6E8F-21239E392C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471E33C9-18E5-C200-400F-BA280E2734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88"/>
            <a:ext cx="12192000" cy="6849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7634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900FD3-8817-553B-52D3-2707F7097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D8DCED9-765C-467B-6952-98AEC8B9B5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9098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Breitbild</PresentationFormat>
  <Paragraphs>0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Karbach, Niklas</dc:creator>
  <cp:lastModifiedBy>Karbach, Niklas</cp:lastModifiedBy>
  <cp:revision>1</cp:revision>
  <dcterms:created xsi:type="dcterms:W3CDTF">2024-07-15T11:07:21Z</dcterms:created>
  <dcterms:modified xsi:type="dcterms:W3CDTF">2024-07-15T11:08:27Z</dcterms:modified>
</cp:coreProperties>
</file>