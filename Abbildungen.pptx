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BC773-83EB-C722-EEC3-A07C3EF79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CD8F70-1139-A9C5-B83B-8BB64C38F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A313A0-AB48-3D98-B51C-E67D2E73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E77406-2F9D-1D2A-D323-B2263B1B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53469D-5A68-1617-6BB6-42D7EAA2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65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8B17D-B0FD-D06A-FD47-38654304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C51844-A114-C6D5-BD08-78366E6F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89084A-B666-FA51-8D3D-66D32569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DF377C-576C-8CEB-CC28-ABD0E13A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D54318-3ED3-7231-5CBD-321B6E63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52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B85784-D7E6-A188-3685-692CC4E4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E57BFD-5D7B-7437-EA66-108EC1472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BE8FF8-3B35-B065-25BF-C6CA01DE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F1BE62-1E95-B48E-D7F6-07676C0C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53D2D5-0D6C-96D7-A4F4-E335DCE5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0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0F212-AB2E-BA75-0C34-12D0D594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652F6C-0D01-14B8-926F-C288C0769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DC2187-0B7B-EDE6-7BFE-B7CEA8563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A4EED2-8248-B731-456B-A44DECAE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3D8546-6CCF-E0DE-DCEA-78A92A88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3C5420-F503-6477-AF13-A7D595E6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5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97C2A6-19A7-2223-AA43-E776246C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880DF-77C3-CCA9-6AC8-765D25528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8218EC-5532-F2DB-173E-4B839036A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5EF58F7-513B-219E-D2A3-9373683A3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2B33CC0-5537-93B7-DFB9-F3502598A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710D9EA-7644-40D4-88CA-A5C6C7C4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8BFCD96-C28F-DD44-283B-D77DCA0E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F636BD3-0F6E-79E9-C25A-53300E48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6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B6672-57BA-BAA2-F713-EA5B4439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3E5B62-D47A-02EE-29F4-C9C693B5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CA901A-3FC4-8833-00C1-6BA2FDDD7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37FC80-C889-A724-E6FF-7C29EE63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0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4A7E93-36B0-CF57-A05F-37B28127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0E89431-43DD-20E9-E318-5E0D5FA7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D45140-8AA9-AD04-D69A-C477E36E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47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A6A4ED-6A35-4139-27A3-17A614A3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80F61F-AE95-58C8-5B51-5E666DCC5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C7503C-F14C-76DA-5688-246C10351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9455EE-F4A0-C1FE-27B5-3F470883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EF349C-7ABD-D63F-3397-448C2438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2F6C8-93D0-ADD6-05E0-589EB918A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3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5E772-468E-1C7D-1102-91AA4B93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1C7732-50AD-81D1-C2ED-E82B4D6C7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A6BD1B-F95D-CB42-7F81-CD4E39465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6608EB-A637-C9FC-1A8E-493A6EDD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B3572C-D114-0358-9617-574644BF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F85AA2-2143-5046-1288-24ED67A8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1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CDB118-F9E5-E333-6C30-B055F18C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2F5F7E-5DCA-8B88-32C8-2F0CD988F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D22AC3-A09C-82DC-3AD7-90E95063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F3EA7A-28CF-4D49-18F7-78555F4E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7EE2BE-BA11-AE97-8245-531525AB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E718CBF-2FA8-D681-B018-B177D450F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3A5C43-E174-2994-1F23-8FE014BD5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A34D87-681D-6FDA-B95A-DDB4B7E8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EC395D-6D3C-C089-5671-772D6AD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8F8B6A-E1EF-7E40-0517-612E1494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3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54EF1AF-4E58-E435-0738-BA12D39F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C782E9-79B0-03BE-C32F-21EFDCBD4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52185E-2014-F1C2-CDC9-604200E9D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EC0AE-D99D-43EA-B3BC-9173F4D5048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E95504-42D2-0F53-BD02-879DF6F2C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DAE5EF-F91D-01EF-BD66-2543EEB96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EEA97-EF2B-4DD9-838E-411C4B9582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BEFA0EDE-AAB5-8CC6-F6BC-4A8BF218F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12" y="200655"/>
            <a:ext cx="3687888" cy="275259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152F821-6425-DCC9-7836-2EBF9B2A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1" y="200655"/>
            <a:ext cx="3687888" cy="275259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32B17CD-B011-6B8E-06F8-48A470E32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789" y="200655"/>
            <a:ext cx="3688473" cy="275259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E0D39E8-96CF-4B07-42FE-24A16F097BCC}"/>
              </a:ext>
            </a:extLst>
          </p:cNvPr>
          <p:cNvSpPr txBox="1"/>
          <p:nvPr/>
        </p:nvSpPr>
        <p:spPr>
          <a:xfrm>
            <a:off x="698500" y="368300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a)</a:t>
            </a:r>
            <a:endParaRPr lang="en-US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7BA6BDB-2B82-3B84-F6EC-82D7C0A65759}"/>
              </a:ext>
            </a:extLst>
          </p:cNvPr>
          <p:cNvSpPr txBox="1"/>
          <p:nvPr/>
        </p:nvSpPr>
        <p:spPr>
          <a:xfrm>
            <a:off x="4386388" y="737632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b)</a:t>
            </a:r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B3C69DC-7947-8C80-CCC8-AB98C1BCC274}"/>
              </a:ext>
            </a:extLst>
          </p:cNvPr>
          <p:cNvSpPr txBox="1"/>
          <p:nvPr/>
        </p:nvSpPr>
        <p:spPr>
          <a:xfrm>
            <a:off x="8177339" y="520700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338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splay, Diagramm enthält.&#10;&#10;Automatisch generierte Beschreibung">
            <a:extLst>
              <a:ext uri="{FF2B5EF4-FFF2-40B4-BE49-F238E27FC236}">
                <a16:creationId xmlns:a16="http://schemas.microsoft.com/office/drawing/2014/main" id="{E37959A0-37A0-E6CB-2242-B5C5A9BE6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47" y="525412"/>
            <a:ext cx="5819253" cy="4297689"/>
          </a:xfrm>
          <a:prstGeom prst="rect">
            <a:avLst/>
          </a:prstGeom>
        </p:spPr>
      </p:pic>
      <p:pic>
        <p:nvPicPr>
          <p:cNvPr id="7" name="Grafik 6" descr="Ein Bild, das Text, Screenshot, Diagramm, Zahl enthält.&#10;&#10;Automatisch generierte Beschreibung">
            <a:extLst>
              <a:ext uri="{FF2B5EF4-FFF2-40B4-BE49-F238E27FC236}">
                <a16:creationId xmlns:a16="http://schemas.microsoft.com/office/drawing/2014/main" id="{55BD69F2-70CB-B76B-7AE2-E55860FAA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00723"/>
            <a:ext cx="5848514" cy="434706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59B6C6F-B1E7-60D6-D763-48423EE89418}"/>
              </a:ext>
            </a:extLst>
          </p:cNvPr>
          <p:cNvSpPr txBox="1"/>
          <p:nvPr/>
        </p:nvSpPr>
        <p:spPr>
          <a:xfrm>
            <a:off x="856343" y="1839043"/>
            <a:ext cx="74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a)</a:t>
            </a:r>
            <a:endParaRPr lang="en-US" sz="32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9065B45-6A89-EAC7-ED60-8E44C3CBEE0D}"/>
              </a:ext>
            </a:extLst>
          </p:cNvPr>
          <p:cNvSpPr txBox="1"/>
          <p:nvPr/>
        </p:nvSpPr>
        <p:spPr>
          <a:xfrm>
            <a:off x="6596743" y="946414"/>
            <a:ext cx="74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b)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3391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agramm, Zahl enthält.&#10;&#10;Automatisch generierte Beschreibung">
            <a:extLst>
              <a:ext uri="{FF2B5EF4-FFF2-40B4-BE49-F238E27FC236}">
                <a16:creationId xmlns:a16="http://schemas.microsoft.com/office/drawing/2014/main" id="{AE547661-51F7-C8E2-44C3-36177EC66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602" y="1255467"/>
            <a:ext cx="5848514" cy="4347066"/>
          </a:xfrm>
          <a:prstGeom prst="rect">
            <a:avLst/>
          </a:prstGeom>
        </p:spPr>
      </p:pic>
      <p:pic>
        <p:nvPicPr>
          <p:cNvPr id="7" name="Grafik 6" descr="Ein Bild, das Text, Screenshot, Diagramm, Display enthält.&#10;&#10;Automatisch generierte Beschreibung">
            <a:extLst>
              <a:ext uri="{FF2B5EF4-FFF2-40B4-BE49-F238E27FC236}">
                <a16:creationId xmlns:a16="http://schemas.microsoft.com/office/drawing/2014/main" id="{8ED6C057-D318-318F-829F-F04825546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84" y="1280155"/>
            <a:ext cx="5867717" cy="429768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0243394-1AB9-3A24-6143-D9F0473C158B}"/>
              </a:ext>
            </a:extLst>
          </p:cNvPr>
          <p:cNvSpPr txBox="1"/>
          <p:nvPr/>
        </p:nvSpPr>
        <p:spPr>
          <a:xfrm>
            <a:off x="798286" y="2463157"/>
            <a:ext cx="74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a)</a:t>
            </a:r>
            <a:endParaRPr lang="en-US" sz="32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B4400C4-18DC-33EE-8883-27EC627A793B}"/>
              </a:ext>
            </a:extLst>
          </p:cNvPr>
          <p:cNvSpPr txBox="1"/>
          <p:nvPr/>
        </p:nvSpPr>
        <p:spPr>
          <a:xfrm>
            <a:off x="6538686" y="1570528"/>
            <a:ext cx="74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b)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4834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reenshot, Diagramm, parallel enthält.&#10;&#10;Automatisch generierte Beschreibung">
            <a:extLst>
              <a:ext uri="{FF2B5EF4-FFF2-40B4-BE49-F238E27FC236}">
                <a16:creationId xmlns:a16="http://schemas.microsoft.com/office/drawing/2014/main" id="{D3DA3031-449A-AD01-A691-05A1EE589B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633"/>
          <a:stretch/>
        </p:blipFill>
        <p:spPr>
          <a:xfrm>
            <a:off x="1804476" y="550506"/>
            <a:ext cx="4589543" cy="2631233"/>
          </a:xfrm>
          <a:prstGeom prst="rect">
            <a:avLst/>
          </a:prstGeom>
        </p:spPr>
      </p:pic>
      <p:pic>
        <p:nvPicPr>
          <p:cNvPr id="8" name="Grafik 7" descr="Ein Bild, das Text, Screenshot, Diagramm, parallel enthält.&#10;&#10;Automatisch generierte Beschreibung">
            <a:extLst>
              <a:ext uri="{FF2B5EF4-FFF2-40B4-BE49-F238E27FC236}">
                <a16:creationId xmlns:a16="http://schemas.microsoft.com/office/drawing/2014/main" id="{58A188DB-099C-EF85-9806-64AF42CFD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323" b="44807"/>
          <a:stretch/>
        </p:blipFill>
        <p:spPr>
          <a:xfrm>
            <a:off x="333350" y="3741576"/>
            <a:ext cx="4589543" cy="1156996"/>
          </a:xfrm>
          <a:prstGeom prst="rect">
            <a:avLst/>
          </a:prstGeom>
        </p:spPr>
      </p:pic>
      <p:pic>
        <p:nvPicPr>
          <p:cNvPr id="9" name="Grafik 8" descr="Ein Bild, das Text, Screenshot, Diagramm, parallel enthält.&#10;&#10;Automatisch generierte Beschreibung">
            <a:extLst>
              <a:ext uri="{FF2B5EF4-FFF2-40B4-BE49-F238E27FC236}">
                <a16:creationId xmlns:a16="http://schemas.microsoft.com/office/drawing/2014/main" id="{6AFEB693-441E-7B7F-78C5-4034F2BEC4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806" b="366"/>
          <a:stretch/>
        </p:blipFill>
        <p:spPr>
          <a:xfrm>
            <a:off x="6774582" y="3741576"/>
            <a:ext cx="4589543" cy="23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5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879D568-E8C3-BD80-37C7-6464BCA81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07" y="696044"/>
            <a:ext cx="3663324" cy="27329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69E100-4047-3E8A-0846-4052A7147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531" y="696043"/>
            <a:ext cx="3663325" cy="27329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D31899-9953-663C-01ED-864AA785E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96043"/>
            <a:ext cx="3663325" cy="273295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2335C91-DF8F-AACD-3036-B79E34D7CBD1}"/>
              </a:ext>
            </a:extLst>
          </p:cNvPr>
          <p:cNvSpPr txBox="1"/>
          <p:nvPr/>
        </p:nvSpPr>
        <p:spPr>
          <a:xfrm>
            <a:off x="513184" y="1091682"/>
            <a:ext cx="48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a)</a:t>
            </a:r>
            <a:endParaRPr lang="en-US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A66970-367F-0192-93E3-077E8DA0A598}"/>
              </a:ext>
            </a:extLst>
          </p:cNvPr>
          <p:cNvSpPr txBox="1"/>
          <p:nvPr/>
        </p:nvSpPr>
        <p:spPr>
          <a:xfrm>
            <a:off x="4176509" y="1091682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b)</a:t>
            </a:r>
            <a:endParaRPr lang="en-US" sz="2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5DD58A4-B3A6-67E4-5D91-239A0AE27AA5}"/>
              </a:ext>
            </a:extLst>
          </p:cNvPr>
          <p:cNvSpPr txBox="1"/>
          <p:nvPr/>
        </p:nvSpPr>
        <p:spPr>
          <a:xfrm>
            <a:off x="7837715" y="109168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17429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Breitbild</PresentationFormat>
  <Paragraphs>10</Paragraphs>
  <Slides>5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Karbach, Niklas</dc:creator>
  <cp:lastModifiedBy>Karbach, Niklas</cp:lastModifiedBy>
  <cp:revision>2</cp:revision>
  <dcterms:created xsi:type="dcterms:W3CDTF">2024-07-08T13:33:39Z</dcterms:created>
  <dcterms:modified xsi:type="dcterms:W3CDTF">2024-07-11T07:02:02Z</dcterms:modified>
</cp:coreProperties>
</file>